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-376" y="-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E634E-59D7-4749-839A-5A0FB02E2E55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D2C1D-200E-403A-8572-8DF3D998B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66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389120"/>
            <a:ext cx="2926080" cy="2926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 ·  SEMINAR TOPICS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 &amp; Security Testing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Testing, Fuzz Testing, and Vulnerability Mitigation Strategies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2011680" cy="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06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1: Chaos Testing and Fuzz Testing for Resiliency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2: Vulnerability Mitigation Strategies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roadmap of today's seminar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85800" cy="6858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Resiliency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fails in the real world — we prepare for it on purpose.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685800" cy="68580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487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529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things safely to find weak points before users 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685800" cy="6858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655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4198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 Testing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78561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random or odd inputs to a program to find hidden bugs.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685800" cy="68580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9826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525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Mitigation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1830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strategies to reduce and manage security risks.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685800" cy="6858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309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852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&amp; Takeaways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6509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 from Netflix, Heartbleed, Equifax, and more.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66344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RESILIENCY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51460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Testing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63440" y="379476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injecting failure into a system, in a controlled way, to see if it survives and recovers.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Chaos Testing?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 it on purpose, before it breaks by accident."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 (also called Chaos Engineering) means </a:t>
            </a: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purposely causing problems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live or test system — like shutting down a server, slowing the network, or crashing a service — to check whether the rest of the system keeps working.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Analogy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 fire drill for software. You don't wait for a real fire to find out if people know the exit — you practice it on purpose, in a safe way, so you're ready when it really happens.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2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237744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2219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apps run on many servers, databases, and cloud services — any one of them can fail.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24612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0906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real outage to learn your weak points is costly and damages user trust.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411480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95935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 finds hidden weaknesses while the team is watching and ready to fix them.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498348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8280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confidence that the system can absorb failure and keep serving users.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Chaos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step-by-step thinking behind every chaos experiment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"Normal"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measure how the system behaves when everything is healthy — e.g. response time, error rate, orders per minute. This is the baseline.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4290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56432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737360"/>
            <a:ext cx="2651760" cy="7315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2272" y="2011680"/>
            <a:ext cx="640080" cy="64008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39312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 Hypothesis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3474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what should happen if something breaks. Example: "If one server crashes, users should not notice, because traffic will shift to other servers."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08192" y="34290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64224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4224" y="1737360"/>
            <a:ext cx="2651760" cy="73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370064" y="2011680"/>
            <a:ext cx="640080" cy="64008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737006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47104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 Real-World Failure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3474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things that actually happen: a server dies, network gets slow, disk fills up, an API times out.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15984" y="342900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272016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72016" y="1737360"/>
            <a:ext cx="2651760" cy="7315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77856" y="2011680"/>
            <a:ext cx="640080" cy="64008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27785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54896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Learn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54896" y="347472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baseline against what actually happened. If the system broke, that's a weakness found safely — fix it before real users hit it.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Netflix's Chaos Monkey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that made chaos engineering famous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runs its streaming service across thousands of cloud servers. To make sure a single server dying never interrupts a movie, they built </a:t>
            </a: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Monkey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tool that randomly shuts down live servers during working hours, on purpose.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Helped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02336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862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engineers to design services that expect failure, not hope it never happens.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4805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into the "Simian Army" — tools that also simulate slow networks, region outages, and bad configs.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074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Netflix keeps streaming smoothly even during real AWS outages.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164592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12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Fault Injection Simulator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teams simulate server, network, and CPU failures on AWS.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Gremlin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3630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platform for running chaos experiments safely, with a stop button.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4251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DiRT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4590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Testing — Google intentionally causes outages to test readiness.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66344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RESILIENCY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51460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 Testing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63440" y="379476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throwing huge amounts of random, unexpected, or malformed input at a program to make it crash or misbehave.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Fuzz Testing?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 can be typed, clicked, or sent — someone will try it."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 ("fuzzing") is an automated technique that feeds a program </a:t>
            </a:r>
            <a:r>
              <a:rPr lang="en-US" sz="13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amounts of random, oversized, or invalid data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instead of the clean input it expects — and watches for crashes, hangs, or security holes.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Analogy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testing a vending machine by inserting coins, bent coins, paper, and even sticks — not just the correct coin. A good machine handles all of it safely; a bad one jams or breaks.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2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Fuzzers Look For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237744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2219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and program freezes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324612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0906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errors (buffer overflows, leaks)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411480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95935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 or error messages that leak information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498348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8280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bugs that hackers could exploit later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Common Types of Fuzzing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ways to generate the "weird"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Mutation-Based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valid, real input (e.g. a working image file) and randomly tweaks bytes inside it — flips bits, deletes chunks, duplicates sections.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42976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16552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Take a valid .jpg and randomly corrupt a few bytes to see if the image viewer crashes.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202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Generation-Based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brand-new inputs from scratch, based on rules or a grammar of what the input format should look like (e.g. valid-looking HTML or JSON).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42976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416552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Auto-generate thousands of JSON payloads with wrong data types to test an API.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202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E8543E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Coverage-Guided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6060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feedback from the program itself — it tracks which code paths were run and mutates inputs to explore new, unreached code paths.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66760" y="42976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416552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AFL and libFuzzer watch code coverage and "steer" random input toward unexplored logic.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0094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Examples: Fuzzing Finds Real Bugs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famous internet-wide bug to Google's automated fuzzing factory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BDCD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HEARTBLEED (2014)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critical bug in OpenSSL, the encryption library used by most of the internet.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missing check on input length let attackers request "extra" memory from a server — leaking passwords, private keys, and personal data from services people trusted every day.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This exact class of bug is precisely what fuzz testing is built to catch — feeding malformed length values is a classic fuzzing move. After Heartbleed, major projects added continuous fuzzing to prevent repeats.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CFEFE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OSS-FUZZ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21284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free, continuous fuzzing service for open-source software.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runs fuzzers like libFuzzer and AFL non-stop against thousands of open-source projects (the software many companies build on top of).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931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it started, OSS-Fuzz has helped find and fix tens of thousands of bugs and security holes before attackers could use them.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983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widely used: AFL (American Fuzzy Lop) and Microsoft's Security Risk Detection.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Testing vs. Fuzz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tools, both aimed at the same goal: resiliency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109960" cy="50292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4964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0" y="2240280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system (servers, network, infrastructure)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2240280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program, function, or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109960" cy="70408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44368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0" y="2944368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or slows down real components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2944368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random / malformed input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48456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3648456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recovery, missing backups, bad configs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3648456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Crashes, memory bugs, security flaws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11109960" cy="70408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52544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0" y="4352544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the system survive failure?"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352544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the code handle bad input safely?"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056632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Tools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5056632"/>
            <a:ext cx="3017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Monkey, Gremlin, AWS FIS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5056632"/>
            <a:ext cx="283464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AFL, libFuzzer, OSS-Fuzz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Chaos testing checks resiliency at the system level, and fuzz testing checks resiliency at the code level — a strong strategy uses both.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35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1945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663440" y="2103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51460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Mitigation Strategies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663440" y="379476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weaknesses in software and systems so attackers have fewer doors to walk through.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Vulnerabilities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is a weakness that an attacker could use to cause harm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sneaks database commands into a text box (like a login form) to steal or change data.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entering ' OR '1'='1 into a password field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18745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injects malicious script into a webpage that runs in other users' browsers.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172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comment box that stores &lt;script&gt; 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023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Authentication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6177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passwords, poor session handling, or no multi-factor login let attackers impersonate users.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321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reusing session tokens forever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4023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Outdated / Unpatched Software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6520" y="46177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bugs in old software versions that vendors already fixed, but the system never updated.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5321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running an old server version with a public exploit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Mitigation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widely-used ways to reduce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&amp; Sanitization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user input. Check length, type, and format; strip out dangerous characters before using data.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SQL Injection, XSS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9164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562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&amp; Update 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44144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security updates quickly and consistently across all servers, apps, and libraries.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Known-exploit attacks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562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 of Least Privilege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44144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user, app, and service only the access it truly needs — nothing more.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Damage spreading after a breach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8620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0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(in transit &amp; at rest)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360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sensitive data with HTTPS/TLS and database encryption so stolen data is unreadable.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513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Data theft &amp; eavesdropping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88620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50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Authentication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6360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second proof of identity (like an OTP) beyond just a password.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26280" y="5513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Broken authentication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886200"/>
            <a:ext cx="356616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050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Firewalls &amp; WAFs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6360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Firewall filters malicious traffic before it ever reaches the app.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5513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Stops: Automated attacks, bots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0965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The Equifax Breach (2017)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known vulnerabilities aren't mitigated in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Equifax, a major credit reporting company, used an open-source web framework with a publicly known vulnerability. A patch was available — but it was not applied in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exploited the unpatched flaw and accessed sensitive personal data — names, social security numbers, and more — for about 147 million people.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Lessons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892040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754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must be fast, not occasional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5257800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120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open-source component you rely 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623560"/>
            <a:ext cx="91440" cy="9144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86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scan for known vulnerabilities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64592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12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147M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7266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3520440"/>
            <a:ext cx="3566160" cy="0"/>
          </a:xfrm>
          <a:prstGeom prst="line">
            <a:avLst/>
          </a:prstGeom>
          <a:noFill/>
          <a:ln w="12700">
            <a:solidFill>
              <a:srgbClr val="3A4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months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72668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 was available before the breach began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26680" y="4800600"/>
            <a:ext cx="3566160" cy="0"/>
          </a:xfrm>
          <a:prstGeom prst="line">
            <a:avLst/>
          </a:prstGeom>
          <a:noFill/>
          <a:ln w="12700">
            <a:solidFill>
              <a:srgbClr val="3A4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$700M+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2668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settlement and recovery costs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Vulnerability Management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is not a one-time task — it's an ongoing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0" y="1730045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80319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47488" y="2114093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systems and code to discover vulnerabilities (tools: Nessus, OWASP ZAP).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81428" y="2888198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6981428" y="296135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91156" y="3272246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vulnerability by how severe and exploitable it is.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00816" y="476213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E8543E"/>
          </a:solidFill>
          <a:ln/>
        </p:spPr>
      </p:sp>
      <p:sp>
        <p:nvSpPr>
          <p:cNvPr id="11" name="Text 9"/>
          <p:cNvSpPr/>
          <p:nvPr/>
        </p:nvSpPr>
        <p:spPr>
          <a:xfrm>
            <a:off x="6200816" y="483528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10544" y="5146178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reconfigure, or add controls to fix or reduce the risk.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4704" y="476213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223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704" y="483528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84432" y="5146178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to confirm the fix actually closed the gap.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94092" y="2888198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2894092" y="296135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03820" y="3272246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watching continuously — new vulnerabilities appear every day.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3429000"/>
            <a:ext cx="1005840" cy="1005840"/>
          </a:xfrm>
          <a:prstGeom prst="ellipse">
            <a:avLst/>
          </a:prstGeom>
          <a:solidFill>
            <a:srgbClr val="12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429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 is tested, not assumed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 proves a system can survive failure; fuzz testing proves code can survive bad input.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94360" cy="5943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things on purpose, safely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failure in a test environment is far cheaper than an uncontrolled failure in production.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is continuous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vulnerabilities appear constantly — patching, validation, and monitoring never really "finish."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breaches teach real lessons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Heartbleed, and Equifax all show what's at stake when resiliency and security are ignored.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Seminar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80076" y="4114800"/>
            <a:ext cx="1828800" cy="0"/>
          </a:xfrm>
          <a:prstGeom prst="line">
            <a:avLst/>
          </a:prstGeom>
          <a:noFill/>
          <a:ln w="381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Testing · Fuzz Testing · Vulnerability Mitigation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1990</Words>
  <Application>Microsoft Office PowerPoint</Application>
  <PresentationFormat>Custom</PresentationFormat>
  <Paragraphs>258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WELCOME</cp:lastModifiedBy>
  <cp:revision>3</cp:revision>
  <dcterms:created xsi:type="dcterms:W3CDTF">2026-08-22T01:03:26Z</dcterms:created>
  <dcterms:modified xsi:type="dcterms:W3CDTF">2026-08-22T03:07:04Z</dcterms:modified>
</cp:coreProperties>
</file>